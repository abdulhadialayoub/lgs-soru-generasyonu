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oto Serif Display" charset="1" panose="02020502080505020204"/>
      <p:regular r:id="rId19"/>
    </p:embeddedFont>
    <p:embeddedFont>
      <p:font typeface="Montserrat Bold" charset="1" panose="00000800000000000000"/>
      <p:regular r:id="rId20"/>
    </p:embeddedFont>
    <p:embeddedFont>
      <p:font typeface="Montserrat" charset="1" panose="00000500000000000000"/>
      <p:regular r:id="rId21"/>
    </p:embeddedFont>
    <p:embeddedFont>
      <p:font typeface="Montserrat Italic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19.png" Type="http://schemas.openxmlformats.org/officeDocument/2006/relationships/image"/><Relationship Id="rId4" Target="../media/image20.jpeg" Type="http://schemas.openxmlformats.org/officeDocument/2006/relationships/image"/><Relationship Id="rId5" Target="../media/image2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96760" y="5650003"/>
            <a:ext cx="6861175" cy="1172637"/>
          </a:xfrm>
          <a:custGeom>
            <a:avLst/>
            <a:gdLst/>
            <a:ahLst/>
            <a:cxnLst/>
            <a:rect r="r" b="b" t="t" l="l"/>
            <a:pathLst>
              <a:path h="1172637" w="6861175">
                <a:moveTo>
                  <a:pt x="0" y="0"/>
                </a:moveTo>
                <a:lnTo>
                  <a:pt x="6861175" y="0"/>
                </a:lnTo>
                <a:lnTo>
                  <a:pt x="6861175" y="1172637"/>
                </a:lnTo>
                <a:lnTo>
                  <a:pt x="0" y="117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967743" y="2736360"/>
            <a:ext cx="7327536" cy="1798577"/>
          </a:xfrm>
          <a:custGeom>
            <a:avLst/>
            <a:gdLst/>
            <a:ahLst/>
            <a:cxnLst/>
            <a:rect r="r" b="b" t="t" l="l"/>
            <a:pathLst>
              <a:path h="1798577" w="7327536">
                <a:moveTo>
                  <a:pt x="0" y="0"/>
                </a:moveTo>
                <a:lnTo>
                  <a:pt x="7327536" y="0"/>
                </a:lnTo>
                <a:lnTo>
                  <a:pt x="7327536" y="1798577"/>
                </a:lnTo>
                <a:lnTo>
                  <a:pt x="0" y="17985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57122" y="3378821"/>
            <a:ext cx="11373756" cy="285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12000">
                <a:solidFill>
                  <a:srgbClr val="2E2D2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Soru</a:t>
            </a:r>
          </a:p>
          <a:p>
            <a:pPr algn="ctr" marL="0" indent="0" lvl="0">
              <a:lnSpc>
                <a:spcPts val="10800"/>
              </a:lnSpc>
              <a:spcBef>
                <a:spcPct val="0"/>
              </a:spcBef>
            </a:pPr>
            <a:r>
              <a:rPr lang="en-US" sz="12000">
                <a:solidFill>
                  <a:srgbClr val="2E2D2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Avcısı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2008" y="7042395"/>
            <a:ext cx="1623060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F6F6F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Fatih özkaynak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795179" y="0"/>
            <a:ext cx="8492821" cy="10287000"/>
            <a:chOff x="0" y="0"/>
            <a:chExt cx="2236792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367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36792">
                  <a:moveTo>
                    <a:pt x="0" y="0"/>
                  </a:moveTo>
                  <a:lnTo>
                    <a:pt x="2236792" y="0"/>
                  </a:lnTo>
                  <a:lnTo>
                    <a:pt x="22367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36792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651862" y="1833571"/>
            <a:ext cx="6779455" cy="7349799"/>
            <a:chOff x="0" y="0"/>
            <a:chExt cx="585724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857240" cy="6350000"/>
            </a:xfrm>
            <a:custGeom>
              <a:avLst/>
              <a:gdLst/>
              <a:ahLst/>
              <a:cxnLst/>
              <a:rect r="r" b="b" t="t" l="l"/>
              <a:pathLst>
                <a:path h="6350000" w="5857240">
                  <a:moveTo>
                    <a:pt x="2928620" y="0"/>
                  </a:moveTo>
                  <a:lnTo>
                    <a:pt x="2928620" y="0"/>
                  </a:lnTo>
                  <a:cubicBezTo>
                    <a:pt x="4546600" y="0"/>
                    <a:pt x="5857240" y="1310640"/>
                    <a:pt x="5857240" y="2928620"/>
                  </a:cubicBezTo>
                  <a:lnTo>
                    <a:pt x="5857240" y="6350000"/>
                  </a:lnTo>
                  <a:lnTo>
                    <a:pt x="5857240" y="6350000"/>
                  </a:lnTo>
                  <a:lnTo>
                    <a:pt x="0" y="6350000"/>
                  </a:lnTo>
                  <a:lnTo>
                    <a:pt x="0" y="6350000"/>
                  </a:lnTo>
                  <a:lnTo>
                    <a:pt x="0" y="2928620"/>
                  </a:lnTo>
                  <a:cubicBezTo>
                    <a:pt x="0" y="1310640"/>
                    <a:pt x="1310640" y="0"/>
                    <a:pt x="2928620" y="0"/>
                  </a:cubicBezTo>
                  <a:close/>
                </a:path>
              </a:pathLst>
            </a:custGeom>
            <a:blipFill>
              <a:blip r:embed="rId2"/>
              <a:stretch>
                <a:fillRect l="-4206" t="0" r="-4206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1842289"/>
            <a:ext cx="811530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539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İÇERIK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3397" y="2647160"/>
            <a:ext cx="811530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539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-GIRIŞ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452975"/>
            <a:ext cx="811530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539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-PROBLEM TANIMI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1048" y="4258790"/>
            <a:ext cx="811530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539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-YÖNTEM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064605"/>
            <a:ext cx="811530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539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-SONUÇLAR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4582" y="2301600"/>
            <a:ext cx="2431280" cy="1847773"/>
          </a:xfrm>
          <a:custGeom>
            <a:avLst/>
            <a:gdLst/>
            <a:ahLst/>
            <a:cxnLst/>
            <a:rect r="r" b="b" t="t" l="l"/>
            <a:pathLst>
              <a:path h="1847773" w="2431280">
                <a:moveTo>
                  <a:pt x="0" y="0"/>
                </a:moveTo>
                <a:lnTo>
                  <a:pt x="2431280" y="0"/>
                </a:lnTo>
                <a:lnTo>
                  <a:pt x="2431280" y="1847773"/>
                </a:lnTo>
                <a:lnTo>
                  <a:pt x="0" y="18477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512138" y="6340123"/>
            <a:ext cx="2431280" cy="1847773"/>
          </a:xfrm>
          <a:custGeom>
            <a:avLst/>
            <a:gdLst/>
            <a:ahLst/>
            <a:cxnLst/>
            <a:rect r="r" b="b" t="t" l="l"/>
            <a:pathLst>
              <a:path h="1847773" w="2431280">
                <a:moveTo>
                  <a:pt x="2431280" y="0"/>
                </a:moveTo>
                <a:lnTo>
                  <a:pt x="0" y="0"/>
                </a:lnTo>
                <a:lnTo>
                  <a:pt x="0" y="1847773"/>
                </a:lnTo>
                <a:lnTo>
                  <a:pt x="2431280" y="1847773"/>
                </a:lnTo>
                <a:lnTo>
                  <a:pt x="243128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048125"/>
            <a:ext cx="16230600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2E2D2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İlham almaya devam et</a:t>
            </a:r>
          </a:p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2E2D2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ve asla vazgeçme.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8341" y="3187047"/>
            <a:ext cx="2598147" cy="259814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45853" y="3209541"/>
            <a:ext cx="2598147" cy="259814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267977" y="3187047"/>
            <a:ext cx="2598147" cy="259814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862515" y="3485863"/>
            <a:ext cx="2456347" cy="1969543"/>
          </a:xfrm>
          <a:custGeom>
            <a:avLst/>
            <a:gdLst/>
            <a:ahLst/>
            <a:cxnLst/>
            <a:rect r="r" b="b" t="t" l="l"/>
            <a:pathLst>
              <a:path h="1969543" w="2456347">
                <a:moveTo>
                  <a:pt x="0" y="0"/>
                </a:moveTo>
                <a:lnTo>
                  <a:pt x="2456347" y="0"/>
                </a:lnTo>
                <a:lnTo>
                  <a:pt x="2456347" y="1969543"/>
                </a:lnTo>
                <a:lnTo>
                  <a:pt x="0" y="1969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167233" y="3485863"/>
            <a:ext cx="2192811" cy="1969543"/>
          </a:xfrm>
          <a:custGeom>
            <a:avLst/>
            <a:gdLst/>
            <a:ahLst/>
            <a:cxnLst/>
            <a:rect r="r" b="b" t="t" l="l"/>
            <a:pathLst>
              <a:path h="1969543" w="2192811">
                <a:moveTo>
                  <a:pt x="0" y="0"/>
                </a:moveTo>
                <a:lnTo>
                  <a:pt x="2192811" y="0"/>
                </a:lnTo>
                <a:lnTo>
                  <a:pt x="2192811" y="1969543"/>
                </a:lnTo>
                <a:lnTo>
                  <a:pt x="0" y="19695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44927" y="3730611"/>
            <a:ext cx="2329913" cy="1893584"/>
          </a:xfrm>
          <a:custGeom>
            <a:avLst/>
            <a:gdLst/>
            <a:ahLst/>
            <a:cxnLst/>
            <a:rect r="r" b="b" t="t" l="l"/>
            <a:pathLst>
              <a:path h="1893584" w="2329913">
                <a:moveTo>
                  <a:pt x="0" y="0"/>
                </a:moveTo>
                <a:lnTo>
                  <a:pt x="2329913" y="0"/>
                </a:lnTo>
                <a:lnTo>
                  <a:pt x="2329913" y="1893584"/>
                </a:lnTo>
                <a:lnTo>
                  <a:pt x="0" y="18935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1521" r="0" b="-11521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1833571"/>
            <a:ext cx="162306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2E2D2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Problem tanımı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5027" y="6014720"/>
            <a:ext cx="3991323" cy="1035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Sınavın evdeki psikolojisi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1368" y="7031355"/>
            <a:ext cx="3991323" cy="311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LGS sınavı yüzünden öğrenciler sınav stresini eve taşıyor, okulda stres olan çocuklar tekrardan eve gelince buradaki stres hala devam ediyor ve başaramayacaklarını düşünüyor.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09617" y="6014720"/>
            <a:ext cx="3991323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Okul ortamı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09617" y="6926580"/>
            <a:ext cx="3991323" cy="233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Çocukların bir çoğu okuldaki eğitimlere güvenmiyor dışarıdaki eğitimlere de çoğu öğrencinin maddi durumu yetmiyor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67977" y="6014720"/>
            <a:ext cx="3991323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0"/>
              </a:lnSpc>
            </a:pPr>
            <a:r>
              <a:rPr lang="en-US" b="true" sz="3200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Online eğitimler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67977" y="6926580"/>
            <a:ext cx="3991323" cy="233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Çocuklar çoğu zaman internetteki online eğitimler arasında kayboluyor veya bunları nasıl efektif kullanabileceğini bilmiyor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990600"/>
            <a:ext cx="811530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4"/>
              </a:lnSpc>
              <a:spcBef>
                <a:spcPct val="0"/>
              </a:spcBef>
            </a:pPr>
            <a:r>
              <a:rPr lang="en-US" sz="2699" spc="539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GIRIŞ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2657236" y="2955935"/>
            <a:ext cx="2997906" cy="2997894"/>
            <a:chOff x="0" y="0"/>
            <a:chExt cx="6350000" cy="63499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7569" t="0" r="-27569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1756114" y="2928946"/>
            <a:ext cx="2997906" cy="2997894"/>
            <a:chOff x="0" y="0"/>
            <a:chExt cx="6350000" cy="6349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24533" t="0" r="-2453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69800" y="2982923"/>
            <a:ext cx="990590" cy="99059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b="true" sz="3200">
                  <a:solidFill>
                    <a:srgbClr val="F6F6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669247" y="2955935"/>
            <a:ext cx="990590" cy="99059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33350"/>
              <a:ext cx="660400" cy="60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00"/>
                </a:lnSpc>
              </a:pPr>
              <a:r>
                <a:rPr lang="en-US" b="true" sz="3200">
                  <a:solidFill>
                    <a:srgbClr val="F6F6F6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76308" y="1028700"/>
            <a:ext cx="162306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2E2D2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Mevcut durum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0761" y="6250023"/>
            <a:ext cx="5310857" cy="82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 b="true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Evde hazırlanan öğrenciler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48812" y="6250023"/>
            <a:ext cx="5212510" cy="82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3200" b="true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Dışarıda hazırlanan öğrenciler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25214" y="7379973"/>
            <a:ext cx="3461950" cy="211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799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Evde hazırlanan çocuklar nasıl hazırlanacaklarını veya neye çalışacaklarını bilmiyorlar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24092" y="7225030"/>
            <a:ext cx="3461950" cy="282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2799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Dışarıda hazırlanan çocuklar ise fazla baskıdan strese giriyor ve ayrıca kaynakların zorluğundan dolayı ümitsizliğe kapılıyor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2491135"/>
            <a:ext cx="16230600" cy="0"/>
          </a:xfrm>
          <a:prstGeom prst="line">
            <a:avLst/>
          </a:prstGeom>
          <a:ln cap="flat" w="38100">
            <a:solidFill>
              <a:srgbClr val="2E2D2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564930" y="3235044"/>
            <a:ext cx="237978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Amaç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12750" y="3235044"/>
            <a:ext cx="237978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Amaç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63694" y="3235044"/>
            <a:ext cx="237978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Kapsam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4638" y="3235044"/>
            <a:ext cx="2379782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Kapsam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010911" y="1747225"/>
            <a:ext cx="1487820" cy="1487820"/>
          </a:xfrm>
          <a:custGeom>
            <a:avLst/>
            <a:gdLst/>
            <a:ahLst/>
            <a:cxnLst/>
            <a:rect r="r" b="b" t="t" l="l"/>
            <a:pathLst>
              <a:path h="1487820" w="1487820">
                <a:moveTo>
                  <a:pt x="0" y="0"/>
                </a:moveTo>
                <a:lnTo>
                  <a:pt x="1487820" y="0"/>
                </a:lnTo>
                <a:lnTo>
                  <a:pt x="1487820" y="1487819"/>
                </a:lnTo>
                <a:lnTo>
                  <a:pt x="0" y="1487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58731" y="1747225"/>
            <a:ext cx="1487820" cy="1487820"/>
          </a:xfrm>
          <a:custGeom>
            <a:avLst/>
            <a:gdLst/>
            <a:ahLst/>
            <a:cxnLst/>
            <a:rect r="r" b="b" t="t" l="l"/>
            <a:pathLst>
              <a:path h="1487820" w="1487820">
                <a:moveTo>
                  <a:pt x="0" y="0"/>
                </a:moveTo>
                <a:lnTo>
                  <a:pt x="1487819" y="0"/>
                </a:lnTo>
                <a:lnTo>
                  <a:pt x="1487819" y="1487819"/>
                </a:lnTo>
                <a:lnTo>
                  <a:pt x="0" y="1487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09675" y="1747225"/>
            <a:ext cx="1487820" cy="1487820"/>
          </a:xfrm>
          <a:custGeom>
            <a:avLst/>
            <a:gdLst/>
            <a:ahLst/>
            <a:cxnLst/>
            <a:rect r="r" b="b" t="t" l="l"/>
            <a:pathLst>
              <a:path h="1487820" w="1487820">
                <a:moveTo>
                  <a:pt x="0" y="0"/>
                </a:moveTo>
                <a:lnTo>
                  <a:pt x="1487819" y="0"/>
                </a:lnTo>
                <a:lnTo>
                  <a:pt x="1487819" y="1487819"/>
                </a:lnTo>
                <a:lnTo>
                  <a:pt x="0" y="1487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153961" y="1747225"/>
            <a:ext cx="1487820" cy="1487820"/>
          </a:xfrm>
          <a:custGeom>
            <a:avLst/>
            <a:gdLst/>
            <a:ahLst/>
            <a:cxnLst/>
            <a:rect r="r" b="b" t="t" l="l"/>
            <a:pathLst>
              <a:path h="1487820" w="1487820">
                <a:moveTo>
                  <a:pt x="0" y="0"/>
                </a:moveTo>
                <a:lnTo>
                  <a:pt x="1487819" y="0"/>
                </a:lnTo>
                <a:lnTo>
                  <a:pt x="1487819" y="1487819"/>
                </a:lnTo>
                <a:lnTo>
                  <a:pt x="0" y="1487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875704" y="4169690"/>
            <a:ext cx="405765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i="true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Her türde soru türüne odaklanıldı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24760" y="4169690"/>
            <a:ext cx="405765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i="true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Son 5 senenin verileri kullanıldı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67110" y="4169690"/>
            <a:ext cx="4057650" cy="242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i="true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Yapay zeka kullanarak LGS sınavında çıkacak soruları tahmin etmek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9460" y="4169690"/>
            <a:ext cx="4057650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i="true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Öğrencilere sınavın zor olmadığını kanıtlamak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933561"/>
            <a:ext cx="3366401" cy="3112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Öğrencilere örnek sorular ile soru üretip bu çocuklara sınavın zor olmadığını kanıtlamak ve öğrencilerin başarısını arttırmak en büyük amacımızdır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12734" y="7095175"/>
            <a:ext cx="3366401" cy="2331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Günümüzün dünyasında ünlenen yapay zekayı kullanarak öğrencilere soru üretmeye çalışacağız.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96235" y="6314125"/>
            <a:ext cx="3366401" cy="350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Çocuklar için eğiteceğimiz yapay zekada son 5 senenin sorularını kullanarak gerçekten burada LGS sınavında bir sonraki sene çıkacak soruyu tahmin edeceğiz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51160" y="6314125"/>
            <a:ext cx="3366401" cy="389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2E2D2D"/>
                </a:solidFill>
                <a:latin typeface="Montserrat"/>
                <a:ea typeface="Montserrat"/>
                <a:cs typeface="Montserrat"/>
                <a:sym typeface="Montserrat"/>
              </a:rPr>
              <a:t>Çocuklar için eğittiğimiz yapay zeka ile LGS sınavındaki her türlü soru türünü inceleyerek burada çocukların karşısına çıkabilecek her türlü soru türünü üreteceğiz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476395"/>
            <a:ext cx="1623060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2E2D2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Projenın amacı ve kapsamı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8296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381678" y="1760846"/>
            <a:ext cx="6877622" cy="7497454"/>
            <a:chOff x="0" y="0"/>
            <a:chExt cx="9170163" cy="9996605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4133" t="0" r="4133" b="0"/>
            <a:stretch>
              <a:fillRect/>
            </a:stretch>
          </p:blipFill>
          <p:spPr>
            <a:xfrm flipH="false" flipV="false">
              <a:off x="0" y="0"/>
              <a:ext cx="9170163" cy="9996605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1205723" y="3786776"/>
            <a:ext cx="7656694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2E2D2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Kullandığımız yöntemler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60477" y="1833571"/>
            <a:ext cx="3564960" cy="3558957"/>
            <a:chOff x="0" y="0"/>
            <a:chExt cx="4753280" cy="4745277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8785" t="0" r="18785" b="0"/>
            <a:stretch>
              <a:fillRect/>
            </a:stretch>
          </p:blipFill>
          <p:spPr>
            <a:xfrm flipH="false" flipV="false">
              <a:off x="0" y="0"/>
              <a:ext cx="4753280" cy="4745277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9860477" y="5699343"/>
            <a:ext cx="3564960" cy="3558957"/>
            <a:chOff x="0" y="0"/>
            <a:chExt cx="4753280" cy="4745277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t="84" r="0" b="84"/>
            <a:stretch>
              <a:fillRect/>
            </a:stretch>
          </p:blipFill>
          <p:spPr>
            <a:xfrm flipH="false" flipV="false">
              <a:off x="0" y="0"/>
              <a:ext cx="4753280" cy="4745277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13694340" y="1833571"/>
            <a:ext cx="3879667" cy="3558957"/>
            <a:chOff x="0" y="0"/>
            <a:chExt cx="5172890" cy="4745277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/>
            <a:srcRect l="12590" t="0" r="12590" b="0"/>
            <a:stretch>
              <a:fillRect/>
            </a:stretch>
          </p:blipFill>
          <p:spPr>
            <a:xfrm flipH="false" flipV="false">
              <a:off x="0" y="0"/>
              <a:ext cx="5172890" cy="4745277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0">
            <a:off x="13694340" y="5699343"/>
            <a:ext cx="3564960" cy="3558957"/>
            <a:chOff x="0" y="0"/>
            <a:chExt cx="4753280" cy="4745277"/>
          </a:xfrm>
        </p:grpSpPr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5"/>
            <a:srcRect l="16060" t="0" r="16060" b="0"/>
            <a:stretch>
              <a:fillRect/>
            </a:stretch>
          </p:blipFill>
          <p:spPr>
            <a:xfrm flipH="false" flipV="false">
              <a:off x="0" y="0"/>
              <a:ext cx="4753280" cy="4745277"/>
            </a:xfrm>
            <a:prstGeom prst="rect">
              <a:avLst/>
            </a:prstGeom>
          </p:spPr>
        </p:pic>
      </p:grpSp>
      <p:sp>
        <p:nvSpPr>
          <p:cNvPr name="AutoShape 10" id="10"/>
          <p:cNvSpPr/>
          <p:nvPr/>
        </p:nvSpPr>
        <p:spPr>
          <a:xfrm rot="0">
            <a:off x="1028700" y="5192286"/>
            <a:ext cx="7716993" cy="0"/>
          </a:xfrm>
          <a:prstGeom prst="line">
            <a:avLst/>
          </a:prstGeom>
          <a:ln cap="flat" w="38100">
            <a:solidFill>
              <a:srgbClr val="2E2D2D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1422299"/>
            <a:ext cx="8266440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2E2D2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Proje implementasyonu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4003" y="4510296"/>
            <a:ext cx="7621391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Adımlar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4003" y="5529218"/>
            <a:ext cx="7621391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i="true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Pdf parsing ile geçmiş senelerdeki soruları ayırıp veritabanına kaydetme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i="true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Python fast api ile parse edilmiş soruları veritabanından çekme ve model eğitme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i="true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Eğitilmiş model üzerinden yeni soruları üretme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i="true">
                <a:solidFill>
                  <a:srgbClr val="2E2D2D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Üretilen soruları arayüz üzerinde yansıtarak bir sınav otomasyonu oluşturma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8296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2262" y="295038"/>
            <a:ext cx="12860899" cy="5988876"/>
            <a:chOff x="0" y="0"/>
            <a:chExt cx="17147866" cy="7985169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0" t="592" r="0" b="592"/>
            <a:stretch>
              <a:fillRect/>
            </a:stretch>
          </p:blipFill>
          <p:spPr>
            <a:xfrm flipH="false" flipV="false">
              <a:off x="0" y="0"/>
              <a:ext cx="17147866" cy="7985169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9792826" y="3806351"/>
            <a:ext cx="8056550" cy="412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35"/>
              </a:lnSpc>
            </a:pPr>
            <a:r>
              <a:rPr lang="en-US" sz="9029">
                <a:solidFill>
                  <a:srgbClr val="2E2D2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Yapay zekayı kullanarak soru üret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95156" y="8396053"/>
            <a:ext cx="7554221" cy="11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0"/>
              </a:lnSpc>
            </a:pPr>
            <a:r>
              <a:rPr lang="en-US" b="true" sz="2400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Eğittiğimiz modeli kullanarak çocuklar istediği sayıda ve istediği konuda soru oluşturabilir ve bu soruları çözebilir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8296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2262" y="295038"/>
            <a:ext cx="13175607" cy="6444719"/>
            <a:chOff x="0" y="0"/>
            <a:chExt cx="17567476" cy="8592958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1445" t="0" r="1445" b="0"/>
            <a:stretch>
              <a:fillRect/>
            </a:stretch>
          </p:blipFill>
          <p:spPr>
            <a:xfrm flipH="false" flipV="false">
              <a:off x="0" y="0"/>
              <a:ext cx="17567476" cy="8592958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9314929" y="5495222"/>
            <a:ext cx="8534447" cy="2910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1477"/>
              </a:lnSpc>
            </a:pPr>
            <a:r>
              <a:rPr lang="en-US" sz="9564">
                <a:solidFill>
                  <a:srgbClr val="2E2D2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Oluşturduğun soruları gör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95156" y="8828775"/>
            <a:ext cx="7554221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0"/>
              </a:lnSpc>
            </a:pPr>
            <a:r>
              <a:rPr lang="en-US" b="true" sz="2400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Çocuklar burada daha önceden oluşturduğu soruları görebilir ve bu sorular ile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8296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2262" y="295038"/>
            <a:ext cx="13175607" cy="6444719"/>
            <a:chOff x="0" y="0"/>
            <a:chExt cx="17567476" cy="8592958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1189" t="0" r="1189" b="0"/>
            <a:stretch>
              <a:fillRect/>
            </a:stretch>
          </p:blipFill>
          <p:spPr>
            <a:xfrm flipH="false" flipV="false">
              <a:off x="0" y="0"/>
              <a:ext cx="17567476" cy="8592958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9209453" y="4756324"/>
            <a:ext cx="8639923" cy="3639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593"/>
              </a:lnSpc>
            </a:pPr>
            <a:r>
              <a:rPr lang="en-US" sz="7994">
                <a:solidFill>
                  <a:srgbClr val="2E2D2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Kendinle yarış, performansını gör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95156" y="8828775"/>
            <a:ext cx="7554221" cy="11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0"/>
              </a:lnSpc>
            </a:pPr>
            <a:r>
              <a:rPr lang="en-US" b="true" sz="2400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Çocuklar çözdüğü testlerdeki doğru yanlışlarını ve başarısını ölçebilir, kendilerinin bir önceki versiyonuyla yarışabilir.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8296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2262" y="373715"/>
            <a:ext cx="13175607" cy="6366042"/>
            <a:chOff x="0" y="0"/>
            <a:chExt cx="17567476" cy="8488056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845" t="0" r="845" b="0"/>
            <a:stretch>
              <a:fillRect/>
            </a:stretch>
          </p:blipFill>
          <p:spPr>
            <a:xfrm flipH="false" flipV="false">
              <a:off x="0" y="0"/>
              <a:ext cx="17567476" cy="8488056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10295156" y="4435372"/>
            <a:ext cx="7261788" cy="4088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2"/>
              </a:lnSpc>
            </a:pPr>
            <a:r>
              <a:rPr lang="en-US" sz="6719">
                <a:solidFill>
                  <a:srgbClr val="2E2D2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Kendi isteğine göre yapay zeka modelini şekillendir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48939" y="8927121"/>
            <a:ext cx="7554221" cy="11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0"/>
              </a:lnSpc>
            </a:pPr>
            <a:r>
              <a:rPr lang="en-US" b="true" sz="2400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Çocuklar yapay zeka modelini istedikleri gibi değiştirebilir ve bu modeller ile soru oluşturabilir.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8296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22262" y="295038"/>
            <a:ext cx="13175607" cy="6444719"/>
            <a:chOff x="0" y="0"/>
            <a:chExt cx="17567476" cy="8592958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2"/>
            <a:srcRect l="806" t="0" r="806" b="0"/>
            <a:stretch>
              <a:fillRect/>
            </a:stretch>
          </p:blipFill>
          <p:spPr>
            <a:xfrm flipH="false" flipV="false">
              <a:off x="0" y="0"/>
              <a:ext cx="17567476" cy="8592958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9997512" y="2881504"/>
            <a:ext cx="7261788" cy="511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2"/>
              </a:lnSpc>
            </a:pPr>
            <a:r>
              <a:rPr lang="en-US" sz="6719">
                <a:solidFill>
                  <a:srgbClr val="2E2D2D"/>
                </a:solidFill>
                <a:latin typeface="Noto Serif Display"/>
                <a:ea typeface="Noto Serif Display"/>
                <a:cs typeface="Noto Serif Display"/>
                <a:sym typeface="Noto Serif Display"/>
              </a:rPr>
              <a:t>Geçmiş senelerdeki sınavlar hakkında bilgi edin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97512" y="8533737"/>
            <a:ext cx="7554221" cy="1160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20"/>
              </a:lnSpc>
            </a:pPr>
            <a:r>
              <a:rPr lang="en-US" b="true" sz="2400">
                <a:solidFill>
                  <a:srgbClr val="2E2D2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Çocuklar geçmiş senelerin verilerine bakarak hangi konulara yoğunlaşmaları gerektiklerini ve konu dağılımına dair bilgi edinebilir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DAG33C7xhnk</dc:identifier>
  <dcterms:modified xsi:type="dcterms:W3CDTF">2011-08-01T06:04:30Z</dcterms:modified>
  <cp:revision>1</cp:revision>
  <dc:title>LGS Soru Generasyonu</dc:title>
</cp:coreProperties>
</file>